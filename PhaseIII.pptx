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Medication Reminder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Student: Serutamba Heritier | ID: 27141</a:t>
            </a:r>
          </a:p>
          <a:p>
            <a:r>
              <a:t>Course: Database Development with PL/SQL (INSY 8311)</a:t>
            </a:r>
          </a:p>
          <a:p>
            <a:r>
              <a:t>Normalization Level: Third Normal Form (3NF)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Stores patient demographic &amp; contact information</a:t>
            </a:r>
          </a:p>
          <a:p>
            <a:r>
              <a:t>Primary Key: patient_id</a:t>
            </a:r>
          </a:p>
          <a:p>
            <a:r>
              <a:t>Unique: phone_number, email</a:t>
            </a:r>
          </a:p>
          <a:p>
            <a:r>
              <a:t>Includes DOB, blood group, emergency contact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DOCTOR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Stores doctor credentials &amp; contacts</a:t>
            </a:r>
          </a:p>
          <a:p>
            <a:r>
              <a:t>Primary Key: doctor_id</a:t>
            </a:r>
          </a:p>
          <a:p>
            <a:r>
              <a:t>Unique: license_number, email</a:t>
            </a:r>
          </a:p>
          <a:p>
            <a:r>
              <a:t>Includes specialization, department, hire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MEDICINE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Stores medicine inventory details</a:t>
            </a:r>
          </a:p>
          <a:p>
            <a:r>
              <a:t>Primary Key: medicine_id</a:t>
            </a:r>
          </a:p>
          <a:p>
            <a:r>
              <a:t>Includes category, strength, price, expiry_date</a:t>
            </a:r>
          </a:p>
          <a:p>
            <a:r>
              <a:t>Stock updated via triggers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PRESCRIPTION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Links patient, doctor, and medicine</a:t>
            </a:r>
          </a:p>
          <a:p>
            <a:r>
              <a:t>Primary Key: prescription_id</a:t>
            </a:r>
          </a:p>
          <a:p>
            <a:r>
              <a:t>Generates reminders automatically</a:t>
            </a:r>
          </a:p>
          <a:p>
            <a:r>
              <a:t>Includes dosage, frequency, start/end 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REMINDER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Automated reminder scheduling</a:t>
            </a:r>
          </a:p>
          <a:p>
            <a:r>
              <a:t>Primary Key: reminder_id</a:t>
            </a:r>
          </a:p>
          <a:p>
            <a:r>
              <a:t>Tracks reminder status &amp; delivery</a:t>
            </a:r>
          </a:p>
          <a:p>
            <a:r>
              <a:t>Multiple reminders per prescription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COMPLIANCE_LOG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Tracks medication adherence</a:t>
            </a:r>
          </a:p>
          <a:p>
            <a:r>
              <a:t>Primary Key: log_id</a:t>
            </a:r>
          </a:p>
          <a:p>
            <a:r>
              <a:t>On-Time / Delayed / Missed classifications</a:t>
            </a:r>
          </a:p>
          <a:p>
            <a:r>
              <a:t>Used for analytics &amp; compliance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AUDIT_TRAIL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Logs INSERT, UPDATE, DELETE</a:t>
            </a:r>
          </a:p>
          <a:p>
            <a:r>
              <a:t>Primary Key: audit_id</a:t>
            </a:r>
          </a:p>
          <a:p>
            <a:r>
              <a:t>Stores old/new values as JSON</a:t>
            </a:r>
          </a:p>
          <a:p>
            <a:r>
              <a:t>Append-only for 7+ years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HOLIDAY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Stores holidays for restriction rules</a:t>
            </a:r>
          </a:p>
          <a:p>
            <a:r>
              <a:t>Primary Key: holiday_id</a:t>
            </a:r>
          </a:p>
          <a:p>
            <a:r>
              <a:t>Used to block operations on holidays</a:t>
            </a:r>
          </a:p>
          <a:p>
            <a:r>
              <a:t>Supports weekend-only operations rules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Indexes &amp;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Indexes for optimization: patient, doctor, prescription, reminder, logs</a:t>
            </a:r>
          </a:p>
          <a:p>
            <a:r>
              <a:t>Sequences auto-generate primary keys</a:t>
            </a:r>
          </a:p>
          <a:p>
            <a:r>
              <a:t>Improves database performance &amp; integrity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