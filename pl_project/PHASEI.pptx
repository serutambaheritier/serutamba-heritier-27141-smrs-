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1625"/>
            <a:ext cx="7772400" cy="1470025"/>
          </a:xfrm>
        </p:spPr>
        <p:txBody>
          <a:bodyPr/>
          <a:lstStyle/>
          <a:p>
            <a:r>
              <a:rPr lang="en-US"/>
              <a:t>  </a:t>
            </a:r>
            <a:r>
              <a:t>Smart Medication Reminder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76170"/>
            <a:ext cx="6400800" cy="2772410"/>
          </a:xfrm>
        </p:spPr>
        <p:txBody>
          <a:bodyPr>
            <a:normAutofit fontScale="80000"/>
          </a:bodyPr>
          <a:lstStyle/>
          <a:p>
            <a:r>
              <a:t>Student: Serutamba Heritier (ID: 27141)</a:t>
            </a:r>
          </a:p>
          <a:p>
            <a:r>
              <a:t>Course: Database Development with PL/SQL (INSY 8311)</a:t>
            </a:r>
          </a:p>
          <a:p>
            <a:r>
              <a:t>Lecturer: Eric Maniraguha</a:t>
            </a:r>
          </a:p>
          <a:p>
            <a:r>
              <a:t>Institution: Adventist University of Central Africa (AUCA)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2245"/>
            <a:ext cx="8229600" cy="4674235"/>
          </a:xfrm>
        </p:spPr>
        <p:txBody>
          <a:bodyPr>
            <a:normAutofit lnSpcReduction="20000"/>
          </a:bodyPr>
          <a:lstStyle/>
          <a:p/>
          <a:p>
            <a:r>
              <a:t>Medication non-adherence affects treatment outcomes</a:t>
            </a:r>
          </a:p>
          <a:p>
            <a:r>
              <a:t>Patients forget to take medication due to complex schedules</a:t>
            </a:r>
          </a:p>
          <a:p>
            <a:r>
              <a:t>Healthcare providers lack real-time compliance visibility</a:t>
            </a:r>
          </a:p>
          <a:p>
            <a:r>
              <a:t>Manual reminder systems are prone to error</a:t>
            </a:r>
          </a:p>
          <a:p>
            <a:r>
              <a:t>No centralized system for tracking missed doses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&amp; System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Used in hospitals, clinics, and home care</a:t>
            </a:r>
          </a:p>
          <a:p>
            <a:r>
              <a:t>Runs on an Oracle-based automated reminder system</a:t>
            </a:r>
          </a:p>
          <a:p>
            <a:r>
              <a:t>Real-time monitoring of medication schedules</a:t>
            </a:r>
          </a:p>
          <a:p>
            <a:r>
              <a:t>Integrates with hospital systems</a:t>
            </a:r>
          </a:p>
          <a:p>
            <a:r>
              <a:t>Provides console-based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 &amp;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Patients requiring medication support</a:t>
            </a:r>
          </a:p>
          <a:p>
            <a:r>
              <a:t>Doctors and nurses monitoring adherence</a:t>
            </a:r>
          </a:p>
          <a:p>
            <a:r>
              <a:t>Pharmacists managing prescriptions</a:t>
            </a:r>
          </a:p>
          <a:p>
            <a:r>
              <a:t>Caregivers supporting elderly patients</a:t>
            </a:r>
          </a:p>
          <a:p>
            <a:r>
              <a:t>Hospital administrators analyzing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 &amp; 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Automate medication reminder schedules</a:t>
            </a:r>
          </a:p>
          <a:p>
            <a:r>
              <a:t>Track missed doses for compliance analysis</a:t>
            </a:r>
          </a:p>
          <a:p>
            <a:r>
              <a:t>Generate real-time alerts for due medications</a:t>
            </a:r>
          </a:p>
          <a:p>
            <a:r>
              <a:t>Provide adherence reports to doctors</a:t>
            </a:r>
          </a:p>
          <a:p>
            <a:r>
              <a:t>Reduce non-adherence rates by 40–60%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Intelligence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Analyze medication compliance levels</a:t>
            </a:r>
          </a:p>
          <a:p>
            <a:r>
              <a:t>Predict at-risk non-compliant patients</a:t>
            </a:r>
          </a:p>
          <a:p>
            <a:r>
              <a:t>Measure treatment effectiveness</a:t>
            </a:r>
          </a:p>
          <a:p>
            <a:r>
              <a:t>Optimize resources and staffing</a:t>
            </a:r>
          </a:p>
          <a:p>
            <a:r>
              <a:t>Evaluate ROI through reduced readmissions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Oracle PDB database schema</a:t>
            </a:r>
          </a:p>
          <a:p>
            <a:r>
              <a:t>PL/SQL triggers for automation</a:t>
            </a:r>
          </a:p>
          <a:p>
            <a:r>
              <a:t>Scheduled procedures for monitoring</a:t>
            </a:r>
          </a:p>
          <a:p>
            <a:r>
              <a:t>Auditing and full activity tracking</a:t>
            </a:r>
          </a:p>
          <a:p>
            <a:r>
              <a:t>BI queries for compliance 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Automated reminders from triggers</a:t>
            </a:r>
          </a:p>
          <a:p>
            <a:r>
              <a:t>Real-time schedule scanning</a:t>
            </a:r>
          </a:p>
          <a:p>
            <a:r>
              <a:t>Console-based alert system</a:t>
            </a:r>
          </a:p>
          <a:p>
            <a:r>
              <a:t>Detailed missed dose logging</a:t>
            </a:r>
          </a:p>
          <a:p>
            <a:r>
              <a:t>Doctor adherence dashboards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Improved patient health outcomes</a:t>
            </a:r>
          </a:p>
          <a:p>
            <a:r>
              <a:t>Reduced hospital readmissions</a:t>
            </a:r>
          </a:p>
          <a:p>
            <a:r>
              <a:t>Less manual workload for providers</a:t>
            </a:r>
          </a:p>
          <a:p>
            <a:r>
              <a:t>Data-driven healthcare decisions</a:t>
            </a:r>
          </a:p>
          <a:p>
            <a:r>
              <a:t>Better quality of life for patients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lstStyle/>
          <a:p/>
          <a:p>
            <a:r>
              <a:t>Fully working PL/SQL procedures, triggers, packages</a:t>
            </a:r>
          </a:p>
          <a:p>
            <a:r>
              <a:t>100+ realistic patient and prescription records</a:t>
            </a:r>
          </a:p>
          <a:p>
            <a:r>
              <a:t>Automatic reminder generation</a:t>
            </a:r>
          </a:p>
          <a:p>
            <a:r>
              <a:t>99% timing accuracy for medication schedules</a:t>
            </a:r>
          </a:p>
          <a:p>
            <a:r>
              <a:t>Complete system audit trail</a:t>
            </a:r>
          </a:p>
          <a:p>
            <a:r>
              <a:t>Functional BI dashboards</a:t>
            </a:r>
          </a:p>
          <a:p>
            <a:r>
              <a:t>Full documentation and GitHub repository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2197</Words>
  <Application>WPS Presentation</Application>
  <PresentationFormat>On-screen Show (4:3)</PresentationFormat>
  <Paragraphs>82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Smart Medication Reminder System</vt:lpstr>
      <vt:lpstr>Problem Definition</vt:lpstr>
      <vt:lpstr>Context &amp; System Usage</vt:lpstr>
      <vt:lpstr>Target Users &amp; Stakeholders</vt:lpstr>
      <vt:lpstr>Project Goals &amp; Expected Outcomes</vt:lpstr>
      <vt:lpstr>Business Intelligence Potential</vt:lpstr>
      <vt:lpstr>System Architecture Overview</vt:lpstr>
      <vt:lpstr>Key Features &amp; Functionality</vt:lpstr>
      <vt:lpstr>Expected Impact &amp; Benefits</vt:lpstr>
      <vt:lpstr>Project Success Criteria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IRU BUSINESS GROUP</cp:lastModifiedBy>
  <cp:revision>2</cp:revision>
  <dcterms:created xsi:type="dcterms:W3CDTF">2013-01-27T09:14:00Z</dcterms:created>
  <dcterms:modified xsi:type="dcterms:W3CDTF">2025-12-06T20:27:41Z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2E975FF8EEB143B99CB2D51C779A03C8_12</vt:lpwstr>
  </property>
  <property fmtid="{D5CDD505-2E9C-101B-9397-08002B2CF9AE}" pid="3" name="KSOProductBuildVer">
    <vt:lpwstr>1033-12.2.0.23155</vt:lpwstr>
  </property>
</Properties>
</file>