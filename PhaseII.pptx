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Process Modeling – Phase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Medication Reminder System</a:t>
            </a:r>
          </a:p>
          <a:p>
            <a:r>
              <a:t>Student: Serutamba Heritier | ID: 27141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Business Process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Automates medication adherence workflow</a:t>
            </a:r>
          </a:p>
          <a:p>
            <a:r>
              <a:t>• Reduces non-adherence risks</a:t>
            </a:r>
          </a:p>
          <a:p>
            <a:r>
              <a:t>• Supports decision-making with real-time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Key Entities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Patient: receives reminders &amp; takes medication</a:t>
            </a:r>
          </a:p>
          <a:p>
            <a:r>
              <a:t>• Doctor: creates prescriptions &amp; reviews compliance</a:t>
            </a:r>
          </a:p>
          <a:p>
            <a:r>
              <a:t>• Database System: automates processes using PL/SQL</a:t>
            </a:r>
          </a:p>
          <a:p>
            <a:r>
              <a:t>• Analytics Module: BI dashboards &amp; audit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Process Flow (Swimlanes)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Patient: receives reminders and follows schedule</a:t>
            </a:r>
          </a:p>
          <a:p>
            <a:r>
              <a:t>Doctor: inputs prescriptions &amp; reviews reports</a:t>
            </a:r>
          </a:p>
          <a:p>
            <a:r>
              <a:t>System: triggers reminders &amp; logs activities</a:t>
            </a:r>
          </a:p>
          <a:p>
            <a:r>
              <a:t>Analytics: generates BI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MIS Functions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Operational: automation, exception handling</a:t>
            </a:r>
          </a:p>
          <a:p>
            <a:r>
              <a:t>• Tactical: trend analysis, performance reports</a:t>
            </a:r>
          </a:p>
          <a:p>
            <a:r>
              <a:t>• Strategic: predictive analytics &amp; treatment insights</a:t>
            </a:r>
          </a:p>
          <a:p>
            <a:r>
              <a:t>• Impact: enhanced adherence &amp; reduced workload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Analytics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KPIs: adherence rate, missed doses, reminder success</a:t>
            </a:r>
          </a:p>
          <a:p>
            <a:r>
              <a:t>• Techniques: time-series, cohort, predictive modeling</a:t>
            </a:r>
          </a:p>
          <a:p>
            <a:r>
              <a:t>• Decision Support: dashboards for clinicians &amp; managers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