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Database Creation Scripts – Smart Medication Reminder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4 | Serutamba Heritier (27141)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Included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Pluggable Database (PDB)</a:t>
            </a:r>
          </a:p>
          <a:p>
            <a:r>
              <a:t>2. Create Tablespaces</a:t>
            </a:r>
          </a:p>
          <a:p>
            <a:r>
              <a:t>3. Create Admin User &amp; Privileges</a:t>
            </a:r>
          </a:p>
          <a:p>
            <a:r>
              <a:t>4. Configure Database Parameters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