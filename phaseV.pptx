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Medication Reminder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Phase 5: Table Implementation Scripts</a:t>
            </a:r>
          </a:p>
          <a:p>
            <a:r>
              <a:t>By Serutamba Heritier (27141)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 1: Create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Auto-generates primary keys</a:t>
            </a:r>
          </a:p>
          <a:p>
            <a:r>
              <a:t>- Sequences for: PATIENT, DOCTOR, MEDICINE, PRESCRIPTION,</a:t>
            </a:r>
          </a:p>
          <a:p>
            <a:r>
              <a:t>  REMINDER, COMPLIANCE_LOG, AUDIT_TRAIL, HOLIDAY</a:t>
            </a:r>
          </a:p>
          <a:p>
            <a:r>
              <a:t>- Includes START WITH, INCREMENT BY, CACHE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 2: Create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- 8 main tables created:</a:t>
            </a:r>
          </a:p>
          <a:p>
            <a:r>
              <a:t>  PATIENT, DOCTOR, MEDICINE</a:t>
            </a:r>
          </a:p>
          <a:p>
            <a:r>
              <a:t>  PRESCRIPTION, REMINDER</a:t>
            </a:r>
          </a:p>
          <a:p>
            <a:r>
              <a:t>  COMPLIANCE_LOG, AUDIT_TRAIL, HOLIDAY</a:t>
            </a:r>
          </a:p>
          <a:p>
            <a:r>
              <a:t>- Includes constraints: PK, FK, CHECK, UNIQUE</a:t>
            </a:r>
          </a:p>
          <a:p>
            <a:r>
              <a:t>- Ensures referential integrity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 3: Create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Indexes optimized for performance</a:t>
            </a:r>
          </a:p>
          <a:p>
            <a:r>
              <a:t>- Created for all major search fields</a:t>
            </a:r>
          </a:p>
          <a:p>
            <a:r>
              <a:t>- Improves query speed for patients, doctors,</a:t>
            </a:r>
          </a:p>
          <a:p>
            <a:r>
              <a:t>  prescriptions, reminders, compliance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Scripts 4 &amp; 5: Insert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Inserts:</a:t>
            </a:r>
          </a:p>
          <a:p>
            <a:r>
              <a:t>  • 150 patients</a:t>
            </a:r>
          </a:p>
          <a:p>
            <a:r>
              <a:t>  • 30 doctors</a:t>
            </a:r>
          </a:p>
          <a:p>
            <a:r>
              <a:t>- Data includes realistic demographics,</a:t>
            </a:r>
          </a:p>
          <a:p>
            <a:r>
              <a:t>  medical details, and professional info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